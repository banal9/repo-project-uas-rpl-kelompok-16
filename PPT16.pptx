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2" autoAdjust="0"/>
    <p:restoredTop sz="94601" autoAdjust="0"/>
  </p:normalViewPr>
  <p:slideViewPr>
    <p:cSldViewPr snapToGrid="0">
      <p:cViewPr>
        <p:scale>
          <a:sx n="66" d="100"/>
          <a:sy n="66" d="100"/>
        </p:scale>
        <p:origin x="76" y="1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544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C9AD1-2E19-4AE9-8F94-1769041ABE93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84A03D-F6DD-47B8-994E-9747E11A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98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4A03D-F6DD-47B8-994E-9747E11A6D9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73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4CC8F3F-96CD-4559-BBC7-7E84DF82007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0033BC4-531E-4218-A213-3B76976F0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285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8F3F-96CD-4559-BBC7-7E84DF82007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3BC4-531E-4218-A213-3B76976F0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20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8F3F-96CD-4559-BBC7-7E84DF82007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3BC4-531E-4218-A213-3B76976F0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8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8F3F-96CD-4559-BBC7-7E84DF82007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3BC4-531E-4218-A213-3B76976F0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42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8F3F-96CD-4559-BBC7-7E84DF82007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3BC4-531E-4218-A213-3B76976F0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56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8F3F-96CD-4559-BBC7-7E84DF82007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3BC4-531E-4218-A213-3B76976F0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48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8F3F-96CD-4559-BBC7-7E84DF82007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3BC4-531E-4218-A213-3B76976F0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72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8F3F-96CD-4559-BBC7-7E84DF82007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3BC4-531E-4218-A213-3B76976F0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8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8F3F-96CD-4559-BBC7-7E84DF82007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3BC4-531E-4218-A213-3B76976F0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89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8F3F-96CD-4559-BBC7-7E84DF82007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3BC4-531E-4218-A213-3B76976F0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59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8F3F-96CD-4559-BBC7-7E84DF82007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3BC4-531E-4218-A213-3B76976F0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62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8F3F-96CD-4559-BBC7-7E84DF82007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3BC4-531E-4218-A213-3B76976F02C8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5939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8F3F-96CD-4559-BBC7-7E84DF82007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3BC4-531E-4218-A213-3B76976F0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9985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8F3F-96CD-4559-BBC7-7E84DF82007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3BC4-531E-4218-A213-3B76976F0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88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8F3F-96CD-4559-BBC7-7E84DF82007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3BC4-531E-4218-A213-3B76976F0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34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8F3F-96CD-4559-BBC7-7E84DF82007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3BC4-531E-4218-A213-3B76976F0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25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C8F3F-96CD-4559-BBC7-7E84DF82007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33BC4-531E-4218-A213-3B76976F0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3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C8F3F-96CD-4559-BBC7-7E84DF82007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33BC4-531E-4218-A213-3B76976F0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278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FFCC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ECD1BA1-A4DD-D59E-1021-880EE628EE1B}"/>
              </a:ext>
            </a:extLst>
          </p:cNvPr>
          <p:cNvSpPr/>
          <p:nvPr/>
        </p:nvSpPr>
        <p:spPr>
          <a:xfrm>
            <a:off x="10591800" y="233925"/>
            <a:ext cx="1419225" cy="14097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C5AF40-9601-6B83-3230-77C90CCD0B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247" y="498401"/>
            <a:ext cx="1174329" cy="88074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0F65F44-750A-35FF-C050-D51306EA2EB3}"/>
              </a:ext>
            </a:extLst>
          </p:cNvPr>
          <p:cNvSpPr/>
          <p:nvPr/>
        </p:nvSpPr>
        <p:spPr>
          <a:xfrm>
            <a:off x="238125" y="5327469"/>
            <a:ext cx="1419225" cy="14097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9A3399-B0F0-0442-9C88-331BF45C7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11" y="5556069"/>
            <a:ext cx="1162051" cy="87153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CE59B89-4EA3-F520-4D49-1A59CF5236F4}"/>
              </a:ext>
            </a:extLst>
          </p:cNvPr>
          <p:cNvSpPr/>
          <p:nvPr/>
        </p:nvSpPr>
        <p:spPr>
          <a:xfrm>
            <a:off x="7235454" y="5152918"/>
            <a:ext cx="4780887" cy="1584251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Alfan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Athalah </a:t>
            </a:r>
            <a:r>
              <a:rPr lang="en-US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Syafala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          |      312410443 </a:t>
            </a:r>
          </a:p>
          <a:p>
            <a:pPr algn="ctr"/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Rafli Hadi Prayuda                |      312410586 </a:t>
            </a:r>
          </a:p>
          <a:p>
            <a:pPr algn="ctr"/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Arif Maulana                          |      312410540 </a:t>
            </a:r>
          </a:p>
          <a:p>
            <a:pPr algn="ctr"/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Muhammad Andika </a:t>
            </a:r>
            <a:r>
              <a:rPr lang="en-US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Febrian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  |      312410267 </a:t>
            </a:r>
          </a:p>
          <a:p>
            <a:pPr algn="ctr"/>
            <a:r>
              <a:rPr lang="en-US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Yehezkiel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Goklas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Harahap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     |      312410494 </a:t>
            </a:r>
          </a:p>
          <a:p>
            <a:pPr algn="ctr"/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137A83-458C-5D6F-5FD8-F5F60A335F1B}"/>
              </a:ext>
            </a:extLst>
          </p:cNvPr>
          <p:cNvSpPr/>
          <p:nvPr/>
        </p:nvSpPr>
        <p:spPr>
          <a:xfrm>
            <a:off x="3628446" y="723535"/>
            <a:ext cx="4699591" cy="158425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Algerian" panose="04020705040A02060702" pitchFamily="82" charset="0"/>
              </a:rPr>
              <a:t>TUGAS AKHIR UAS</a:t>
            </a:r>
          </a:p>
          <a:p>
            <a:pPr algn="ctr"/>
            <a:r>
              <a:rPr lang="en-US" sz="4000" dirty="0">
                <a:latin typeface="Algerian" panose="04020705040A02060702" pitchFamily="82" charset="0"/>
              </a:rPr>
              <a:t>KELOMPOK 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94BC10-0EEA-A165-CC02-B4657CB5250F}"/>
              </a:ext>
            </a:extLst>
          </p:cNvPr>
          <p:cNvSpPr/>
          <p:nvPr/>
        </p:nvSpPr>
        <p:spPr>
          <a:xfrm>
            <a:off x="7155712" y="3761390"/>
            <a:ext cx="4940373" cy="1257177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MATA KULIAH : REKAYASA PERANGKAT LUNAK</a:t>
            </a:r>
          </a:p>
          <a:p>
            <a:pPr algn="ctr"/>
            <a:r>
              <a:rPr lang="en-US" sz="1400" dirty="0"/>
              <a:t>DOSEN PENGAMPU : SOPHIAN ANDIKA SARDI, </a:t>
            </a:r>
            <a:r>
              <a:rPr lang="en-US" sz="1400" dirty="0" err="1"/>
              <a:t>S.Kom</a:t>
            </a:r>
            <a:r>
              <a:rPr lang="en-US" sz="1400" dirty="0"/>
              <a:t>, </a:t>
            </a:r>
            <a:r>
              <a:rPr lang="en-US" sz="1400" dirty="0" err="1"/>
              <a:t>M.Kom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667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FA346-95FA-5A39-D386-8E1BDAF40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768634-DA8B-B7BD-9156-10E9828D0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0511" y="224243"/>
            <a:ext cx="896986" cy="6727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E6E76E-0311-E499-24BF-A59044D032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03" y="1885709"/>
            <a:ext cx="10075815" cy="163690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508F29-D292-7F16-E7F1-F31AA1FB6B77}"/>
              </a:ext>
            </a:extLst>
          </p:cNvPr>
          <p:cNvSpPr/>
          <p:nvPr/>
        </p:nvSpPr>
        <p:spPr>
          <a:xfrm>
            <a:off x="3724977" y="441960"/>
            <a:ext cx="4485372" cy="910046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BE0F0FE-979C-9157-F241-C89975AC99A4}"/>
              </a:ext>
            </a:extLst>
          </p:cNvPr>
          <p:cNvSpPr txBox="1">
            <a:spLocks/>
          </p:cNvSpPr>
          <p:nvPr/>
        </p:nvSpPr>
        <p:spPr>
          <a:xfrm>
            <a:off x="2469751" y="977537"/>
            <a:ext cx="7010859" cy="3204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gerian" panose="04020705040A02060702" pitchFamily="82" charset="0"/>
              </a:rPr>
              <a:t>DATABASE &amp; RELASI TABLE</a:t>
            </a:r>
            <a:b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gerian" panose="04020705040A02060702" pitchFamily="82" charset="0"/>
              </a:rPr>
            </a:b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lgerian" panose="04020705040A02060702" pitchFamily="82" charset="0"/>
              </a:rPr>
              <a:t>SISTEM KULINER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2C5C59-C1FE-9156-C64F-3870615D44B2}"/>
              </a:ext>
            </a:extLst>
          </p:cNvPr>
          <p:cNvSpPr/>
          <p:nvPr/>
        </p:nvSpPr>
        <p:spPr>
          <a:xfrm>
            <a:off x="566928" y="1298013"/>
            <a:ext cx="1755648" cy="3744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Table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C48DAB-3B93-E24C-7F3E-DF7CCA37E36B}"/>
              </a:ext>
            </a:extLst>
          </p:cNvPr>
          <p:cNvSpPr/>
          <p:nvPr/>
        </p:nvSpPr>
        <p:spPr>
          <a:xfrm>
            <a:off x="714103" y="3735844"/>
            <a:ext cx="1755648" cy="5978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Table Users &amp; </a:t>
            </a:r>
            <a:r>
              <a:rPr lang="en-US" dirty="0" err="1"/>
              <a:t>Strukturnya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56E544-A9B7-AF0B-264F-2F10778781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96" y="4681700"/>
            <a:ext cx="9805853" cy="192961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869539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C1601-3AF1-39B9-CE4F-B1A843CE7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AC99C6-6D5D-2A22-1F4D-34719DB28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0511" y="224243"/>
            <a:ext cx="896986" cy="67274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FCEB87F-FF9E-94D3-8A0B-F07376D6A45B}"/>
              </a:ext>
            </a:extLst>
          </p:cNvPr>
          <p:cNvSpPr txBox="1">
            <a:spLocks/>
          </p:cNvSpPr>
          <p:nvPr/>
        </p:nvSpPr>
        <p:spPr>
          <a:xfrm>
            <a:off x="2046514" y="977537"/>
            <a:ext cx="8098971" cy="3744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3788EE-63AB-986F-5A0F-42632F496126}"/>
              </a:ext>
            </a:extLst>
          </p:cNvPr>
          <p:cNvSpPr/>
          <p:nvPr/>
        </p:nvSpPr>
        <p:spPr>
          <a:xfrm>
            <a:off x="290865" y="373378"/>
            <a:ext cx="2016905" cy="67274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Table </a:t>
            </a:r>
            <a:r>
              <a:rPr lang="en-US" dirty="0" err="1"/>
              <a:t>Kategori</a:t>
            </a:r>
            <a:r>
              <a:rPr lang="en-US" dirty="0"/>
              <a:t> &amp; </a:t>
            </a:r>
            <a:r>
              <a:rPr lang="en-US" dirty="0" err="1"/>
              <a:t>Strukturnya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54E37E-0D31-D618-ED90-D3D2527DE0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874" y="1563138"/>
            <a:ext cx="9212532" cy="113864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D2055E-956B-AAF4-321E-1A2B670D3E79}"/>
              </a:ext>
            </a:extLst>
          </p:cNvPr>
          <p:cNvSpPr/>
          <p:nvPr/>
        </p:nvSpPr>
        <p:spPr>
          <a:xfrm>
            <a:off x="308281" y="3303813"/>
            <a:ext cx="2016905" cy="67274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Table Menu &amp; </a:t>
            </a:r>
            <a:r>
              <a:rPr lang="en-US" dirty="0" err="1"/>
              <a:t>Strukturnya</a:t>
            </a:r>
            <a:r>
              <a:rPr lang="en-US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D79887-1FDB-9BAA-B520-AC957C4CD4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874" y="4397829"/>
            <a:ext cx="9482497" cy="208679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19700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26DB6B-EFE1-29A9-2E22-30E0F5D5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B31A07-D456-23B9-D77D-0E4700DEB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0511" y="224243"/>
            <a:ext cx="896986" cy="67274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5C0B912-3687-23AC-A2F5-7E74015EC908}"/>
              </a:ext>
            </a:extLst>
          </p:cNvPr>
          <p:cNvSpPr txBox="1">
            <a:spLocks/>
          </p:cNvSpPr>
          <p:nvPr/>
        </p:nvSpPr>
        <p:spPr>
          <a:xfrm>
            <a:off x="2046514" y="977537"/>
            <a:ext cx="8098971" cy="3744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BC4E2-564F-0872-5DFD-592EFCFB5053}"/>
              </a:ext>
            </a:extLst>
          </p:cNvPr>
          <p:cNvSpPr/>
          <p:nvPr/>
        </p:nvSpPr>
        <p:spPr>
          <a:xfrm>
            <a:off x="290865" y="373378"/>
            <a:ext cx="2016905" cy="67274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Table Order &amp; </a:t>
            </a:r>
            <a:r>
              <a:rPr lang="en-US" dirty="0" err="1"/>
              <a:t>Strukturnya</a:t>
            </a:r>
            <a:r>
              <a:rPr lang="en-US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6231F1-3416-C00F-589E-F94291998085}"/>
              </a:ext>
            </a:extLst>
          </p:cNvPr>
          <p:cNvSpPr/>
          <p:nvPr/>
        </p:nvSpPr>
        <p:spPr>
          <a:xfrm>
            <a:off x="290865" y="3817619"/>
            <a:ext cx="2016905" cy="67274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Table Detail Order &amp; </a:t>
            </a:r>
            <a:r>
              <a:rPr lang="en-US" dirty="0" err="1"/>
              <a:t>Strukturnya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B5A0A5-29B9-F29F-FC29-55301B4BA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374" y="1370033"/>
            <a:ext cx="9482497" cy="205896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33DCA6-D392-AF07-454D-098EB840B6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374" y="4878978"/>
            <a:ext cx="9482497" cy="158758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2963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D10C5-7E75-C3A7-F910-C830D48D5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DEB056-DEE1-D09F-E503-DAB290EF9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0511" y="224243"/>
            <a:ext cx="896986" cy="67274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526C681-3EB1-8AAC-F559-5C5ED8EC9AF0}"/>
              </a:ext>
            </a:extLst>
          </p:cNvPr>
          <p:cNvSpPr txBox="1">
            <a:spLocks/>
          </p:cNvSpPr>
          <p:nvPr/>
        </p:nvSpPr>
        <p:spPr>
          <a:xfrm>
            <a:off x="2046514" y="977537"/>
            <a:ext cx="8098971" cy="3744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6B414E-BD2A-F870-831E-86796703AEFC}"/>
              </a:ext>
            </a:extLst>
          </p:cNvPr>
          <p:cNvSpPr/>
          <p:nvPr/>
        </p:nvSpPr>
        <p:spPr>
          <a:xfrm>
            <a:off x="620048" y="1797403"/>
            <a:ext cx="2016905" cy="67274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Table </a:t>
            </a:r>
            <a:r>
              <a:rPr lang="en-US" dirty="0" err="1"/>
              <a:t>Pembayaran</a:t>
            </a:r>
            <a:r>
              <a:rPr lang="en-US" dirty="0"/>
              <a:t> &amp; </a:t>
            </a:r>
            <a:r>
              <a:rPr lang="en-US" dirty="0" err="1"/>
              <a:t>Strukturnya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84057B-E313-70E2-0D52-8609D973BD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02" y="2915540"/>
            <a:ext cx="9337138" cy="198738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824368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758DD4-433F-9C52-3DC6-F445C195A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283626-ED56-AACA-B5EA-274FEA76E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0511" y="224243"/>
            <a:ext cx="896986" cy="67274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1FCF844-E1D8-020B-EE3A-7942689F61F0}"/>
              </a:ext>
            </a:extLst>
          </p:cNvPr>
          <p:cNvSpPr txBox="1">
            <a:spLocks/>
          </p:cNvSpPr>
          <p:nvPr/>
        </p:nvSpPr>
        <p:spPr>
          <a:xfrm>
            <a:off x="2046514" y="977537"/>
            <a:ext cx="8098971" cy="3744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3702E3-91C2-7B2C-D99C-7B8CBA76EB62}"/>
              </a:ext>
            </a:extLst>
          </p:cNvPr>
          <p:cNvSpPr/>
          <p:nvPr/>
        </p:nvSpPr>
        <p:spPr>
          <a:xfrm>
            <a:off x="4277647" y="412740"/>
            <a:ext cx="3212213" cy="672740"/>
          </a:xfrm>
          <a:prstGeom prst="rect">
            <a:avLst/>
          </a:prstGeom>
          <a:solidFill>
            <a:schemeClr val="dk2"/>
          </a:solidFill>
        </p:spPr>
        <p:style>
          <a:lnRef idx="3">
            <a:schemeClr val="lt1"/>
          </a:lnRef>
          <a:fillRef idx="1001">
            <a:schemeClr val="dk2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RELASI ANTAR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C8CA20-06BE-5915-83AF-17C9006ED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189" y="1428331"/>
            <a:ext cx="10476411" cy="33788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EFF593C-2BFC-34F2-5E6D-102E13F1D6B5}"/>
              </a:ext>
            </a:extLst>
          </p:cNvPr>
          <p:cNvSpPr/>
          <p:nvPr/>
        </p:nvSpPr>
        <p:spPr>
          <a:xfrm>
            <a:off x="1609726" y="5152918"/>
            <a:ext cx="9791699" cy="1584251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RELASI ANTAR TABLE DI DATABASE SISTEM KULINER 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 Users </a:t>
            </a:r>
            <a:r>
              <a:rPr lang="en-US" sz="1600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ke</a:t>
            </a:r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Orders : ONE to MANY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 </a:t>
            </a:r>
            <a:r>
              <a:rPr lang="en-US" sz="1600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Kategori</a:t>
            </a:r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ke</a:t>
            </a:r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Menu : ONE to MANY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 Order </a:t>
            </a:r>
            <a:r>
              <a:rPr lang="en-US" sz="1600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ke</a:t>
            </a:r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detail_order</a:t>
            </a:r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: ONE to MANY 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 Order </a:t>
            </a:r>
            <a:r>
              <a:rPr lang="en-US" sz="1600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ke</a:t>
            </a:r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bg1">
                    <a:lumMod val="95000"/>
                    <a:lumOff val="5000"/>
                  </a:schemeClr>
                </a:solidFill>
              </a:rPr>
              <a:t>Pembayaran</a:t>
            </a:r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 : ONE to ONE</a:t>
            </a:r>
          </a:p>
          <a:p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5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C8DE19-72A5-D190-DABD-A7FEC3CE1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CBE221-C45E-4CDD-9CD2-4D91FA9D1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0511" y="224243"/>
            <a:ext cx="896986" cy="67274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E58A4B4-1F64-A4C2-33A1-CEECF7E6415F}"/>
              </a:ext>
            </a:extLst>
          </p:cNvPr>
          <p:cNvSpPr txBox="1">
            <a:spLocks/>
          </p:cNvSpPr>
          <p:nvPr/>
        </p:nvSpPr>
        <p:spPr>
          <a:xfrm>
            <a:off x="2046514" y="977537"/>
            <a:ext cx="8098971" cy="3744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8AB6D3-B9EA-29A8-8EB1-3E29F673EEE5}"/>
              </a:ext>
            </a:extLst>
          </p:cNvPr>
          <p:cNvSpPr/>
          <p:nvPr/>
        </p:nvSpPr>
        <p:spPr>
          <a:xfrm>
            <a:off x="3829480" y="380454"/>
            <a:ext cx="3707102" cy="97155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lgerian" panose="04020705040A02060702" pitchFamily="82" charset="0"/>
              </a:rPr>
              <a:t>CLASS DIAGRAM &amp; USE CASE DIAGRAM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1C7E74-109E-5CAD-7529-EAB5D35B1C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8" t="11846" r="10931" b="13282"/>
          <a:stretch>
            <a:fillRect/>
          </a:stretch>
        </p:blipFill>
        <p:spPr>
          <a:xfrm>
            <a:off x="585537" y="1652340"/>
            <a:ext cx="11020926" cy="498141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99778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721369-19AE-F727-1786-3E81A49D9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46A0D1-334A-4E02-E404-B2649D738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0511" y="224243"/>
            <a:ext cx="896986" cy="67274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34FAF25-4093-F6C6-90B0-FEF47EECCD4E}"/>
              </a:ext>
            </a:extLst>
          </p:cNvPr>
          <p:cNvSpPr txBox="1">
            <a:spLocks/>
          </p:cNvSpPr>
          <p:nvPr/>
        </p:nvSpPr>
        <p:spPr>
          <a:xfrm>
            <a:off x="2046514" y="977537"/>
            <a:ext cx="8098971" cy="3744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4F4F92-67FF-6A99-0E94-51A789C2170E}"/>
              </a:ext>
            </a:extLst>
          </p:cNvPr>
          <p:cNvSpPr/>
          <p:nvPr/>
        </p:nvSpPr>
        <p:spPr>
          <a:xfrm>
            <a:off x="3771117" y="224243"/>
            <a:ext cx="3563333" cy="374470"/>
          </a:xfrm>
          <a:prstGeom prst="rect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USE CASE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E7436E-1E2C-4AFC-44E2-13E7D9A7C5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231" y="1164771"/>
            <a:ext cx="5605571" cy="535400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B74026-6C10-CC0F-8F02-1BD75F5656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083" y="1896610"/>
            <a:ext cx="3474720" cy="389032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0070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209</TotalTime>
  <Words>138</Words>
  <Application>Microsoft Office PowerPoint</Application>
  <PresentationFormat>Widescreen</PresentationFormat>
  <Paragraphs>28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Arial</vt:lpstr>
      <vt:lpstr>Bahnschrift Condensed</vt:lpstr>
      <vt:lpstr>Calibri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Rafli Hadi Prayuda</dc:creator>
  <cp:lastModifiedBy>Rafli Hadi Prayuda</cp:lastModifiedBy>
  <cp:revision>4</cp:revision>
  <dcterms:created xsi:type="dcterms:W3CDTF">2025-12-29T15:03:54Z</dcterms:created>
  <dcterms:modified xsi:type="dcterms:W3CDTF">2025-12-30T08:19:08Z</dcterms:modified>
</cp:coreProperties>
</file>